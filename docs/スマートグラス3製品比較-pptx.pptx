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256032" cy="256032"/>
          </a:xfrm>
          <a:prstGeom prst="ellipse">
            <a:avLst/>
          </a:prstGeom>
          <a:solidFill>
            <a:srgbClr val="187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" y="777240"/>
            <a:ext cx="256032" cy="256032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4" name="Shape 2"/>
          <p:cNvSpPr/>
          <p:nvPr/>
        </p:nvSpPr>
        <p:spPr>
          <a:xfrm>
            <a:off x="1453896" y="777240"/>
            <a:ext cx="256032" cy="25603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GLASSES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スマートグラス</a:t>
            </a:r>
            <a:endParaRPr lang="en-US" sz="56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3製品 徹底比較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EB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Ray-Ban   /   Even G2   /   Google (Android XR)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「撮る」「見る」「全部入り」── 思想がまるで違う3つのアプローチ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66960" y="6172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2026年5月時点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3製品の基本キャラクター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一番の違いは「カメラ・ディスプレイ・スピーカーのどれを積むか」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48056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128016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6" name="Shape 4"/>
          <p:cNvSpPr/>
          <p:nvPr/>
        </p:nvSpPr>
        <p:spPr>
          <a:xfrm>
            <a:off x="1760220" y="2240280"/>
            <a:ext cx="1097280" cy="1097280"/>
          </a:xfrm>
          <a:prstGeom prst="ellipse">
            <a:avLst/>
          </a:prstGeom>
          <a:solidFill>
            <a:srgbClr val="1877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252" y="2532888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566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Ray-Ban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31520" y="40690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7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撮る・聴く・話す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452628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カメラ＋スピーカー内蔵。写真/動画を撮り、音楽・通話・AI会話ができる。画面は無い。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5760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87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“撮れるサングラス”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53128" y="1783080"/>
            <a:ext cx="3520440" cy="448056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53128" y="1783080"/>
            <a:ext cx="3520440" cy="128016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14" name="Shape 11"/>
          <p:cNvSpPr/>
          <p:nvPr/>
        </p:nvSpPr>
        <p:spPr>
          <a:xfrm>
            <a:off x="5664708" y="2240280"/>
            <a:ext cx="1097280" cy="109728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40" y="2532888"/>
            <a:ext cx="585216" cy="5852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36008" y="3566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G2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636008" y="40690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見る（情報表示）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773168" y="452628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カメラもスピーカーも無し。レンズ内ディスプレイに翻訳や通知を文字で表示する。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636008" y="5760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“見えるメガネ”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357616" y="1783080"/>
            <a:ext cx="3520440" cy="4480560"/>
          </a:xfrm>
          <a:prstGeom prst="rect">
            <a:avLst/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57616" y="1783080"/>
            <a:ext cx="3520440" cy="12801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Shape 18"/>
          <p:cNvSpPr/>
          <p:nvPr/>
        </p:nvSpPr>
        <p:spPr>
          <a:xfrm>
            <a:off x="9569196" y="2240280"/>
            <a:ext cx="1097280" cy="1097280"/>
          </a:xfrm>
          <a:prstGeom prst="ellipse">
            <a:avLst/>
          </a:prstGeom>
          <a:solidFill>
            <a:srgbClr val="EA433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228" y="2532888"/>
            <a:ext cx="585216" cy="58521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540496" y="3566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(Android XR)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8540496" y="40690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全部入りを狙う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677656" y="452628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Gemini搭載。音声型と表示型の2タイプを展開予定。2026年秋から段階的に発売。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540496" y="5760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A4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“両取りの本命”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58952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Ray-Ban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撮る・聴く・話すグラス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7947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D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世界700万台超を販売、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D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現時点で最も普及している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D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完成度の高いスマートグラス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26280" y="868680"/>
            <a:ext cx="70408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16128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877F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12893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06984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12MPカメラ / 3K動画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577840" y="14721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視点そのままハンズフリー撮影。SNSへ即投稿も可能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26280" y="2286000"/>
            <a:ext cx="70408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54880" y="257860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877F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27066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248716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オープンイヤー音響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577840" y="288950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音楽・通話・ポッドキャスト。Hey Metaで音声操作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26280" y="3703320"/>
            <a:ext cx="70408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54880" y="399592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877F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41239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90448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AI 連携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5577840" y="430682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「これは何？」と景色を認識。夏に日本語含む20言語翻訳予定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26280" y="52578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7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重量 約49〜51g</a:t>
            </a:r>
            <a:pPr indent="0" marL="0">
              <a:buNone/>
            </a:pPr>
            <a:r>
              <a:rPr lang="en-US" sz="1300" dirty="0">
                <a:solidFill>
                  <a:srgbClr val="187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バッテリー 最大8時間（ケース込48h）    価格 約6.7万円〜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26280" y="58064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注意：撮影への懸念から使用禁止の場所が増加。盗撮リスクへの配慮が必要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23360" cy="6858000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48640"/>
            <a:ext cx="100584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758952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503920" y="2331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G2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503920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E4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情報を視界に映すグラス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03920" y="37947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D6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カメラを捨てた潔さ。</a:t>
            </a:r>
            <a:endParaRPr lang="en-US" sz="13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D6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わずか36gで普通のメガネに</a:t>
            </a:r>
            <a:endParaRPr lang="en-US" sz="13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D6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しか見えない常時着用設計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868680"/>
            <a:ext cx="70408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116128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B5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2893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106984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3Dフローティング表示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45920" y="14721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初代比75%拡大のmicroLED。距離（近/中/遠）も調整可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4360" y="2286000"/>
            <a:ext cx="70408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257860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B5A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7066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248716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35言語の翻訳字幕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45920" y="288950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会話を文字起こし＋AI要約。プレゼン原稿表示も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94360" y="3703320"/>
            <a:ext cx="70408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399592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B5A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1239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390448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専用リング Even R1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645920" y="430682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指先でタップ/スワイプ操作。心拍・睡眠など健康計測も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94360" y="52578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重量 約36g</a:t>
            </a:r>
            <a:pPr indent="0" marL="0">
              <a:buNone/>
            </a:pPr>
            <a:r>
              <a:rPr lang="en-US" sz="1300" dirty="0">
                <a:solidFill>
                  <a:srgbClr val="0F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バッテリー 2日以上 / IP65防水    価格 99,800円（R1別売 約2万円〜）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94360" y="58064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注意：コンセプトは高評価だが、タップ操作の反応など動作の安定性に課題との声も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58952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XR / Gemini搭載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657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Samsung・Qualcommと共同開発。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音声型と表示型の2タイプ展開。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F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後発ながら最も欲張りな構成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26280" y="868680"/>
            <a:ext cx="70408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16128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A433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12893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06984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オーディオ型（先行発売）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577840" y="14721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カメラ/マイク/スピーカー内蔵。Gemini Liveと会話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26280" y="2286000"/>
            <a:ext cx="70408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54880" y="257860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A433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27066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248716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ディスプレイ型（後続）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577840" y="288950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レンズにナビ・翻訳字幕を表示。視線を上げたまま道案内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26280" y="3703320"/>
            <a:ext cx="70408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54880" y="399592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A433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41239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90448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エージェント機能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5577840" y="430682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翻訳は声色再現付き。コーヒー注文など複数手順も代行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26280" y="52578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重量 49gのプロト試作より軽量化予定</a:t>
            </a:r>
            <a:pPr indent="0" marL="0">
              <a:buNone/>
            </a:pPr>
            <a:r>
              <a:rPr lang="en-US" sz="1300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OS Android XR / iOS両対応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26280" y="58064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発売：オーディオ型を2026年秋後半に。価格・日本展開は未発表（ブランドはWarby Parker / Gentle Monster）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スペック比較表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0292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項目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Ray-Ban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 G2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(Android XR)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433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カメラ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877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12MP / 3K動画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非搭載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搭載（表示型）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ディスプレイ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無し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B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microLED表示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表示型あり/音声型なし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スピーカー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あり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無し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あり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AI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AI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 独自AI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A43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重量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約49〜51g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B5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約36g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軽量化予定（未公表）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価格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約6.7万円〜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99,800円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未発表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5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発売状況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日本発売済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日本発売済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A34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2026秋〜 / 日本未定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○＝搭載 / ×＝非搭載。色付きセルは各製品の強み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用途別おすすめ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「何を一番したいか」で選べば迷わない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07008"/>
          </a:xfrm>
          <a:prstGeom prst="rect">
            <a:avLst/>
          </a:prstGeom>
          <a:solidFill>
            <a:srgbClr val="1F2940"/>
          </a:solidFill>
          <a:ln w="12700">
            <a:solidFill>
              <a:srgbClr val="2E3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28016" cy="1207008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084832"/>
            <a:ext cx="603504" cy="603504"/>
          </a:xfrm>
          <a:prstGeom prst="ellipse">
            <a:avLst/>
          </a:prstGeom>
          <a:solidFill>
            <a:srgbClr val="1877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212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9476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撮りたい・音を聴きたい人へ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28800" y="235000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Ray-Ban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400800" y="2011680"/>
            <a:ext cx="0" cy="749808"/>
          </a:xfrm>
          <a:prstGeom prst="line">
            <a:avLst/>
          </a:prstGeom>
          <a:noFill/>
          <a:ln w="12700">
            <a:solidFill>
              <a:srgbClr val="3A47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201168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4D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ハンズフリー撮影＋音楽・通話・AI。今すぐ日本で買える定番。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200400"/>
            <a:ext cx="11064240" cy="1207008"/>
          </a:xfrm>
          <a:prstGeom prst="rect">
            <a:avLst/>
          </a:prstGeom>
          <a:solidFill>
            <a:srgbClr val="1F2940"/>
          </a:solidFill>
          <a:ln w="12700">
            <a:solidFill>
              <a:srgbClr val="2E3A5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200400"/>
            <a:ext cx="128016" cy="1207008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14" name="Shape 11"/>
          <p:cNvSpPr/>
          <p:nvPr/>
        </p:nvSpPr>
        <p:spPr>
          <a:xfrm>
            <a:off x="960120" y="3502152"/>
            <a:ext cx="603504" cy="603504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363016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28800" y="33649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目立たず情報を見たい人へ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828800" y="37673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G2</a:t>
            </a:r>
            <a:endParaRPr lang="en-US" sz="2100" dirty="0"/>
          </a:p>
        </p:txBody>
      </p:sp>
      <p:sp>
        <p:nvSpPr>
          <p:cNvPr id="18" name="Shape 14"/>
          <p:cNvSpPr/>
          <p:nvPr/>
        </p:nvSpPr>
        <p:spPr>
          <a:xfrm>
            <a:off x="6400800" y="3429000"/>
            <a:ext cx="0" cy="749808"/>
          </a:xfrm>
          <a:prstGeom prst="line">
            <a:avLst/>
          </a:prstGeom>
          <a:noFill/>
          <a:ln w="12700">
            <a:solidFill>
              <a:srgbClr val="3A476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75120" y="342900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4D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普通のメガネ見た目のまま翻訳・通知を視界に。最軽量36g。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48640" y="4617720"/>
            <a:ext cx="11064240" cy="1207008"/>
          </a:xfrm>
          <a:prstGeom prst="rect">
            <a:avLst/>
          </a:prstGeom>
          <a:solidFill>
            <a:srgbClr val="1F2940"/>
          </a:solidFill>
          <a:ln w="12700">
            <a:solidFill>
              <a:srgbClr val="2E3A5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4617720"/>
            <a:ext cx="128016" cy="1207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Shape 18"/>
          <p:cNvSpPr/>
          <p:nvPr/>
        </p:nvSpPr>
        <p:spPr>
          <a:xfrm>
            <a:off x="960120" y="4919472"/>
            <a:ext cx="603504" cy="603504"/>
          </a:xfrm>
          <a:prstGeom prst="ellipse">
            <a:avLst/>
          </a:prstGeom>
          <a:solidFill>
            <a:srgbClr val="EA433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5047488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828800" y="47823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A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全部入りを待てる人へ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828800" y="518464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(Android XR)</a:t>
            </a:r>
            <a:endParaRPr lang="en-US" sz="2100" dirty="0"/>
          </a:p>
        </p:txBody>
      </p:sp>
      <p:sp>
        <p:nvSpPr>
          <p:cNvPr id="26" name="Shape 21"/>
          <p:cNvSpPr/>
          <p:nvPr/>
        </p:nvSpPr>
        <p:spPr>
          <a:xfrm>
            <a:off x="6400800" y="4846320"/>
            <a:ext cx="0" cy="749808"/>
          </a:xfrm>
          <a:prstGeom prst="line">
            <a:avLst/>
          </a:prstGeom>
          <a:noFill/>
          <a:ln w="12700">
            <a:solidFill>
              <a:srgbClr val="3A476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675120" y="48463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4D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Geminiの実力と2タイプ展開に期待。発売は秋以降。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今すぐ → Meta / Even G2　　待てる＆Gemini重視 → Google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22960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03327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868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914400" y="2057400"/>
            <a:ext cx="292608" cy="292608"/>
          </a:xfrm>
          <a:prstGeom prst="ellipse">
            <a:avLst/>
          </a:prstGeom>
          <a:solidFill>
            <a:srgbClr val="1877F2"/>
          </a:solidFill>
          <a:ln/>
        </p:spPr>
      </p:sp>
      <p:sp>
        <p:nvSpPr>
          <p:cNvPr id="6" name="Text 3"/>
          <p:cNvSpPr/>
          <p:nvPr/>
        </p:nvSpPr>
        <p:spPr>
          <a:xfrm>
            <a:off x="1417320" y="1965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= 外向きのデバイス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17320" y="240487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カメラとスピーカーで世界を撮り、AIに見せる。普及No.1で完成度が高い。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3200400"/>
            <a:ext cx="292608" cy="292608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9" name="Text 6"/>
          <p:cNvSpPr/>
          <p:nvPr/>
        </p:nvSpPr>
        <p:spPr>
          <a:xfrm>
            <a:off x="1417320" y="3108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= 内向きのデバイス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17320" y="354787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カメラを捨て、情報表示と軽さに全振り。最も「普通のメガネ」に近い。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4343400"/>
            <a:ext cx="292608" cy="29260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2" name="Text 9"/>
          <p:cNvSpPr/>
          <p:nvPr/>
        </p:nvSpPr>
        <p:spPr>
          <a:xfrm>
            <a:off x="1417320" y="4251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= 統合のデバイス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417320" y="469087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× 2タイプ展開で両者の良さを狙う本命。鍵は秋の発売と日本展開。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5715000"/>
            <a:ext cx="10332720" cy="777240"/>
          </a:xfrm>
          <a:prstGeom prst="rect">
            <a:avLst/>
          </a:prstGeom>
          <a:solidFill>
            <a:srgbClr val="1F2940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57150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選ぶ基準は「撮影 / 翻訳・表示 / デザイン / 発売時期」── 一番の優先順位を決めれば最適解が見える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スマートグラス3製品 徹底比較</dc:title>
  <dc:subject>PptxGenJS Presentation</dc:subject>
  <dc:creator>Claude</dc:creator>
  <cp:lastModifiedBy>Claude</cp:lastModifiedBy>
  <cp:revision>1</cp:revision>
  <dcterms:created xsi:type="dcterms:W3CDTF">2026-05-26T08:56:13Z</dcterms:created>
  <dcterms:modified xsi:type="dcterms:W3CDTF">2026-05-26T08:56:13Z</dcterms:modified>
</cp:coreProperties>
</file>